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editability smoke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v0.3 biological symbols and modules embedded as SVG media.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133856"/>
            <a:ext cx="6766560" cy="1965960"/>
          </a:xfrm>
          <a:prstGeom prst="rect">
            <a:avLst/>
          </a:prstGeom>
          <a:solidFill>
            <a:srgbClr val="FBFAF7"/>
          </a:solidFill>
          <a:ln w="12700">
            <a:solidFill>
              <a:srgbClr val="AEB8C5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" y="1261872"/>
            <a:ext cx="6419088" cy="1847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module SVG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52360" y="1133856"/>
            <a:ext cx="4480560" cy="1965960"/>
          </a:xfrm>
          <a:prstGeom prst="rect">
            <a:avLst/>
          </a:prstGeom>
          <a:solidFill>
            <a:srgbClr val="0D1720"/>
          </a:solidFill>
          <a:ln w="12700">
            <a:solidFill>
              <a:srgbClr val="617282">
                <a:alpha val="9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520" y="1307592"/>
            <a:ext cx="4187952" cy="1536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6368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module SVG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352" y="3895344"/>
            <a:ext cx="5138928" cy="11338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boundary module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46520" y="3749040"/>
            <a:ext cx="1965960" cy="1417320"/>
          </a:xfrm>
          <a:prstGeom prst="rect">
            <a:avLst/>
          </a:prstGeom>
          <a:solidFill>
            <a:srgbClr val="FBFAF7"/>
          </a:solidFill>
          <a:ln w="12700">
            <a:solidFill>
              <a:srgbClr val="AEB8C5">
                <a:alpha val="75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3895344"/>
            <a:ext cx="804672" cy="8046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75120" y="4864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SVG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1120" y="3986784"/>
            <a:ext cx="1874520" cy="6583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70848" y="4864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SVG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411480" y="614476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criteria: PPTX is created, SVG media are present in ppt/media, and local office tooling can open/export 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SpaceBio-Bench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Biological symbol module PPTX smoke test</dc:title>
  <dc:subject>Biological symbol/module SVG editability smoke test</dc:subject>
  <dc:creator>SpaceBio-Bench</dc:creator>
  <cp:lastModifiedBy>SpaceBio-Bench</cp:lastModifiedBy>
  <cp:revision>1</cp:revision>
  <dcterms:created xsi:type="dcterms:W3CDTF">2026-06-02T08:10:16Z</dcterms:created>
  <dcterms:modified xsi:type="dcterms:W3CDTF">2026-06-02T08:10:16Z</dcterms:modified>
</cp:coreProperties>
</file>